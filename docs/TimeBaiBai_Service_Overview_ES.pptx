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Plataforma DX Todo-en-Uno para Tiendas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F0EC"/>
                </a:solidFill>
                <a:latin typeface="Calibri"/>
              </a:defRPr>
            </a:pPr>
            <a:r>
              <a:t>Reservas • Pedidos • Pagos • Gestión de Personal • Nómina</a:t>
            </a:r>
            <a:br/>
            <a:r>
              <a:t>Todo en un solo sistema.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657600"/>
            <a:ext cx="30449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TimeBaiBai  Presentación del Servicio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0EC"/>
                </a:solidFill>
                <a:latin typeface="Calibri"/>
              </a:defRPr>
            </a:pPr>
            <a:r>
              <a:t>2026  /  Nombre de la Empresa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¿Le resultan familiares estos problemas?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Reservas Dispersas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Teléfono, LINE, email... diferentes canales</a:t>
            </a:r>
            <a:br/>
            <a:r>
              <a:t>causan ansiedad por reservas duplicadas.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Ausencias y Cancelaciones de Último Momento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Los clientes reservan pero no se presentan.</a:t>
            </a:r>
            <a:br/>
            <a:r>
              <a:t>Pérdida de ingresos y preparación en vano.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Toma de Pedidos Sobrecargada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No se dan abasto en horas punta.</a:t>
            </a:r>
            <a:br/>
            <a:r>
              <a:t>Los errores en pedidos se repiten.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Puntos Ciegos en Inventario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Los productos se agotan sin aviso.</a:t>
            </a:r>
            <a:br/>
            <a:r>
              <a:t>No se sabe cuándo hacer nuevos pedidos.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TimeBaiBai lo resuelve todo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Plataforma integral para todo lo que su tienda necesita. Comience con solo un smartphone.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Módulos Principales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Idiomas Soportados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24h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Reserva Automática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Ahorro en Papel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Reservas, pedidos en mesa, inventario, gestión de turnos, nómina, gestión del sitio web...</a:t>
            </a:r>
            <a:br/>
            <a:r>
              <a:t>Administre todo desde un solo panel — sin necesidad de usar múltiples herramientas.</a:t>
            </a:r>
            <a:br/>
            <a:br/>
            <a:r>
              <a:t>La configuración es sencilla. Comience a usarlo el mismo día que se crea su cuenta.</a:t>
            </a:r>
            <a:br/>
            <a:r>
              <a:t>No requiere instalación complicada ni hardware especial. Acceda desde su teléfono o computadora.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Funciones Clave  ①  Reservas / Pedidos en Mesa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Sistema de Reservas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Reserve por LINE — complete la reserva directamente desde el chat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Reservas por email también disponibles para conveniencia del cliente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Confirmación con prepago — confirmación automática al pagar (previene ausencias)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Cambio entre prepago / postpago con un clic en el administrador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Calendarios de personal muestran disponibilidad en tiempo real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Dos flujos de reserva: por fecha o por miembro del personal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Check-in por código QR (sin esfuerzo de recepción)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Notificación automática por LINE al personal al confirmar reserva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Soporte en 7 idiomas (japonés, inglés, chino, coreano, español, portugués)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Calibri"/>
              </a:defRPr>
            </a:pPr>
            <a:r>
              <a:t>Sistema de Pedidos QR en Mesa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Coloque códigos QR en cada mesa para comenzar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Los clientes escanean con su teléfono → ven el menú → hacen pedido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Menús con fotos ayudan a visualizar los platos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Pestañas por categoría para búsqueda rápida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Función de carrito para pedidos adicionales fáciles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Seguimiento del estado del pedido en tiempo real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Soporte de pago: efectivo, tarjeta de crédito y dinero electrónico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Generación masiva de códigos QR e impresión desde el administrador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Funciones Clave  ②  Inventario / Gestión de Personal y Turnos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Gestión de Inventario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Seguimiento de niveles de stock en tiempo real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Descuento automático de inventario vinculado a pedidos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Alertas automáticas cuando el stock es bajo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Recepción por código QR (sin escáner de código de barras)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Historial completo de entradas/salidas de stock (listo para auditoría)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Organizado por categoría de producto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Inventario unificado para tienda EC y tienda física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Función de inventario para ajustes masivos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Gestión de Personal y Turnos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El personal envía preferencias de turno desde su teléfono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Tres niveles de solicitud: Disponible / Preferido / No disponible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Los gerentes finalizan turnos desde el panel de administración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Programación automática para asignación eficiente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Turnos confirmados notificados automáticamente por LINE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Perfiles de personal con fotos y descripciones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Tipos de personal: Cast (servicio) / Personal de Tienda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Permisos por rol: Propietario / Gerente / Personal / Desarrollador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Funciones Clave  ③  Nómina / Gestión del Sitio Web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Calibri"/>
              </a:defRPr>
            </a:pPr>
            <a:r>
              <a:t>Gestión de Nómina y Asistencia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Generación automática de datos de asistencia desde registros de turnos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Clasificación automática de horas regulares, extras, nocturnas y festivas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Cálculo de nómina para empleados por hora y asalariados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Cálculo automático de primas de seguro social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Aplicación automática de deducciones de impuestos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Generación de recibos de pago con un clic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Exportación CSV para transferencias bancarias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Configuración fácil de asignaciones (transporte, vivienda, familia)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Gestión del Sitio Web y Marketing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Edite el sitio web de su tienda desde el panel de administración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Banners hero (sliders) para mostrar su tienda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Actualización fácil de noticias y apariciones en medios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Colocación y gestión de banners publicitarios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Integración de redes sociales (X / Instagram embeds)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Bloques HTML personalizados para diseños flexibles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Páginas legales editables desde el administrador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Tienda EC integrada para ventas en línea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Funciones Clave  ④  Análisis de Datos / Seguridad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Análisis de Datos 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Panel de ventas con gráficos de tendencia diario/semanal/mensual/anual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Ingeniería de Menú (clasificación Star/Dog) para mejorar rentabilidad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Análisis ABC, RFM, cohorte y de canasta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NPS (satisfacción del cliente) agregación automática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IA predice dotación óptima de personal por franja horaria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Previsión de demanda e ingresos para compras y personal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Insights de negocio detectan anomalías y oportunidades automáticamente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Cuadros de mando KPI para visión rápida del negocio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Seguridad y Auditoría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Registro completo de accesos (login, operaciones, detección de anomalías)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Limitación de tasa basada en IP bloquea accesos no autorizados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PII de clientes cifrada con AES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Auditoría de seguridad automatizada (12 verificaciones diarias)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Control de acceso basado en roles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Trazabilidad completa: historial de operaciones y cambios de turno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Cifrado SSL y protección CSRF integrados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Integración con servicio de pago compatible con PCI DSS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Vista del Cliente — Página Principal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t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477" y="1188720"/>
            <a:ext cx="4634645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La primera pantalla que ven los 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Banners hero muestran el atractivo de su tienda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Flujo de reserva claro con múltiples opciones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Ranking de personal para promover miembros populares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Noticias y apariciones en medios se muestran automáticamente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en 7 idiomas para clientes internacionales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Vista del Cliente — Perfiles del Personal e Info de Tienda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taff_list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209" y="1188720"/>
            <a:ext cx="320318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Presente a su personal de forma atractiva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Fotos y descripciones del perfil del personal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Muestre especialidades y calificaciones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Enlace directo al calendario de reservas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Info de tienda (horarios, mapa, indicaciones de acceso)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Actualización fácil de contenido desde el panel de admin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Vista del Cliente — Noticias y Anuncios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news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56" y="1188720"/>
            <a:ext cx="511708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Mantenga informados a sus 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Publique nuevos platos, campañas y promociones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Publicación con un clic desde el panel de admin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Ordenado automáticamente por fecha para contenido fresco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Integración con redes sociales para mayor alcance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Impulse visitas recurrentes con actualizaciones oportunas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Vista del Cliente — Tienda en Línea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h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Amplíe sus canales de venta con 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Venda sus productos en línea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Búsqueda de productos y filtrado por categoría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Carrito de compras para compras de múltiples artículos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Pagos con tarjeta de crédito y dinero electrónico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Inventario unificado previene discrepancias de stock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Vista del Cliente — Pedidos QR en Mesa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_orde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86" y="1188720"/>
            <a:ext cx="236482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Pedidos fáciles desde el smartphone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Solo escanee el código QR en la mesa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Menús con fotos transmiten el plato visualmente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Pestañas por categoría para descubrir artículos rápidamente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Función de carrito para pedidos adicionales fáciles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Seguimiento del estado del pedido en tiempo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Vista del Cliente — Calendario de Reservas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ing_calendar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56" y="1188720"/>
            <a:ext cx="511708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Reservas en línea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Vea disponibilidad del personal en el calendario de un vistazo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Los clientes eligen su fecha y horario preferido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Confirmación con prepago previene ausencias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de reservas por LINE y email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Notificación automática al personal al confirmar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Totalmente Adaptable a Móviles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Tanto el sitio del cliente como el panel de administración funcionan perfectamente en smartphones.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ont_top_mobile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800" y="1783080"/>
            <a:ext cx="185807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Página Principal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dashboard_mobile_v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72" y="1783080"/>
            <a:ext cx="18591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Panel de Administración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Panel de Ventas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ale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Visión general del negocio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Tendencias de ingresos diario / semanal / mensual / anual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KPIs de reservas (cantidad, tasa de cancelación) en tiempo real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Desglose de tres canales: Total, Tienda EC, Menú en Tienda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Cuadros de mando KPI para visión general de métricas clave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Insights de Negocio sugieren mejoras automáticamente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Análisis de Ventas (Análisis de Menú)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enu_eng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Optimización de rentabilidad con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Ingeniería de Menú: clasificación en 4 cuadrantes Star / Plowhorse / Puzzle / Dog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Análisis ABC: principio de Pareto para identificar principales generadores de ingresos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Previsión de Ingresos: modelo IA Prophet predice 14 días adelante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Mapa de calor de ventas por hora para decisiones óptimas de personal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Tendencias de AOV (Valor Promedio de Pedido) para revisión de estrategia de precios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Análisis de Ventas (Análisis de Clientes)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rfm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Comprensión del cliente basada en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Análisis RFM: segmentación automática de clientes por recencia, frecuencia, monto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Análisis de Cohorte: visualice tasas de retención mensual de nuevos clientes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Análisis de Canasta: descubra patrones de venta cruzada y recomendaciones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Resumen IA: resultados del análisis resumidos en lenguaje natural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Acciones Recomendadas: la IA sugiere automáticamente pasos específicos de mejora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Calendario de Turnos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ft_calenda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Gestión de turnos simplificada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El personal envía preferencias de turno desde su smartphone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Vista de calendario de todos los horarios del personal de un vistazo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Programación automática con asignación en un clic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Detección automática de días con falta de personal con alertas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Turnos confirmados notificados automáticamente por 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Caja Registradora 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Experiencia de cobro fluida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Pestañas por categoría para selección rápida de productos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de efectivo, tarjeta de crédito, PayPay e IC de transporte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Generación e impresión automática de recibos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Integración con pantalla de cocina para notificaciones de pedidos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Reportes de ventas diarios y mensuales generados automáticamente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Gestión de Inventario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ventory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Prevenga agotamientos de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Niveles de stock en tiempo real para todos los productos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Descuento automático al recibir pedidos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Alertas y notificaciones de stock bajo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Recepción por código QR (sin escáner de código de barras)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Historial completo de entradas/salidas para cumplimiento de auditoría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Retroalimentación de Clientes (NPS)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stomer_feedback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Cuantifique la voz de sus 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NPS (Net Promoter Score) agregación automática y tendencias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Visualización con códigos de color: Promotor / Pasivo / Detractor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Retroalimentación basada en comentarios para mejoras accionables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Vinculado a datos de pedidos para análisis de calidad del servicio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Tendencias de satisfacción mensual y por miembro del personal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Tablero de Asistencia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endance_board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Estado de asistencia del personal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Vea de un vistazo quién está de turno, en descanso o sin fichar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Actualización automática cada 30 segundos para seguimiento en vivo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Tres métodos de fichaje: código QR, PIN o smartphone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Clasificación automática de horas extra, nocturnas y festivas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Flujo de datos continuo desde asistencia hasta nómina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Panel de Admin — Monitor de Sensores IoT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ot_sensor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Monitoreo del ambiente de la tienda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Temperatura, humedad, presión, niveles de gas en tiempo real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Sensor de movimiento PIR para conteo automático de visitantes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Notificaciones de alerta ante anomalías (fugas de gas, altas temperaturas, etc.)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Gráficos de series de tiempo para seguimiento de tendencias de sensores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Monitoreo de conectividad de dispositivos ESP32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Beneficios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Cero Pérdidas por Ausencias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La confirmación con prepago elimina cancelaciones de último momento.</a:t>
            </a:r>
            <a:br/>
            <a:r>
              <a:t>Cambie entre prepago / postpago con un clic.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Reservas Fáciles por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Los clientes reservan directamente desde el chat de LINE.</a:t>
            </a:r>
            <a:br/>
            <a:r>
              <a:t>No requiere instalación de nueva aplicación.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Aumente sus Ingresos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Los pedidos QR aumentan la tasa de pedidos adicionales.</a:t>
            </a:r>
            <a:br/>
            <a:r>
              <a:t>El soporte multilingüe captura visitantes internacionales.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Ahorre Horas de Trabajo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Automatice reservas, pedidos, turnos y nómina.</a:t>
            </a:r>
            <a:br/>
            <a:r>
              <a:t>Libere a su personal para enfocarse en el servicio al cliente.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Reduzca Costos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Libretas de reservas, notas de pedido, tarjetas de tiempo...</a:t>
            </a:r>
            <a:br/>
            <a:r>
              <a:t>Elimine costos de papel y esfuerzo manual.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Decisiones Basadas en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Visualice ventas, reservas y rendimiento del personal.</a:t>
            </a:r>
            <a:br/>
            <a:r>
              <a:t>Tome decisiones informadas respaldadas por datos reales.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Cómo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Contáctenos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Llámenos o use</a:t>
            </a:r>
            <a:br/>
            <a:r>
              <a:t>nuestro formulario de contacto</a:t>
            </a:r>
          </a:p>
        </p:txBody>
      </p:sp>
      <p:sp>
        <p:nvSpPr>
          <p:cNvPr id="8" name="Oval 7"/>
          <p:cNvSpPr/>
          <p:nvPr/>
        </p:nvSpPr>
        <p:spPr>
          <a:xfrm>
            <a:off x="3246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Consulta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Conocemos su flujo de trabajo</a:t>
            </a:r>
            <a:br/>
            <a:r>
              <a:t>y puntos de dolor actuales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PASO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Demo y Cotización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Vea el producto en acción.</a:t>
            </a:r>
            <a:br/>
            <a:r>
              <a:t>Le proponemos el mejor plan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PASO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Configuración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Registre info de tienda y personal.</a:t>
            </a:r>
            <a:br/>
            <a:r>
              <a:t>Le asistimos en la configuración</a:t>
            </a:r>
          </a:p>
        </p:txBody>
      </p:sp>
      <p:sp>
        <p:nvSpPr>
          <p:cNvPr id="20" name="Oval 19"/>
          <p:cNvSpPr/>
          <p:nvPr/>
        </p:nvSpPr>
        <p:spPr>
          <a:xfrm>
            <a:off x="10104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PASO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¡En Vivo!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Después de una breve guía,</a:t>
            </a:r>
            <a:br/>
            <a:r>
              <a:t>¡está listo para comenzar!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0360152" cy="13716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Comience a usarlo el mismo día.</a:t>
            </a:r>
            <a:br/>
            <a:r>
              <a:t>No se requiere hardware especial ni instalación de sistema. Acceda al instante desde su smartphone, tablet o PC.</a:t>
            </a:r>
            <a:br/>
            <a:r>
              <a:t>Ofrecemos soporte continuo, capacitación y actualizaciones después del despliegue.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Planes y Precios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* Los precios son de referencia. Personalizamos planes según sus necesidades.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74720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Plan Básico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CAF50"/>
                </a:solidFill>
                <a:latin typeface="Calibri"/>
              </a:defRPr>
            </a:pPr>
            <a:r>
              <a:t>Desde $XX/mes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Para tiendas pequeñas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Gestión de reservas (LINE y email)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Gestión de personal (hasta 5)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Gestión del sitio web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por email y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474720" cy="73152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011680" cy="320040"/>
          </a:xfrm>
          <a:prstGeom prst="round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★ ¡Recomendado!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Plan Estándar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8BCA"/>
                </a:solidFill>
                <a:latin typeface="Calibri"/>
              </a:defRPr>
            </a:pPr>
            <a:r>
              <a:t>Desde $XX/mes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Para tiendas medianas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Todas las funciones del Plan Básico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Pedidos QR en mesa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Gestión de inventario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Gestión de turnos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Personal ilimitado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telefónico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474720" cy="73152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Plan Premium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C876C"/>
                </a:solidFill>
                <a:latin typeface="Calibri"/>
              </a:defRPr>
            </a:pPr>
            <a:r>
              <a:t>Desde $XX/mes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Multi-tienda / Todas las funciones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Todas las funciones del Plan Estándar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Nómina y asistencia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Panel de ventas y análisis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multilingüe (7 idiomas)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Gestión multi-tienda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Soporte prioritario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Desarrollo personalizado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* Tarifas de instalación y personalización se cotizan por separado.  * Precios no incluyen impuestos.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Preguntas Frecuentes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¿Necesito algún equipo especial?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No se requiere hardware especial. Úselo en su smartphone, tablet o PC existente.</a:t>
            </a:r>
            <a:br/>
            <a:r>
              <a:t>   Para pedidos en mesa, simplemente imprima códigos QR desde el panel de administración.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¿Puede usarlo personal sin conocimientos técnicos?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Sí. Si puede usar un smartphone, puede usar TimeBaiBai. La interfaz es intuitiva y simple.</a:t>
            </a:r>
            <a:br/>
            <a:r>
              <a:t>   También proporcionamos capacitación práctica durante la incorporación.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¿Puedo agregar o cambiar funciones después?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Por supuesto. Puede actualizar o cambiar su plan en cualquier momento.</a:t>
            </a:r>
            <a:br/>
            <a:r>
              <a:t>   Recomendamos comenzar con las funciones básicas y escalar según sea necesario.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6227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¿Qué tan seguros están mis datos?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Los datos de clientes están cifrados en reposo. Toda comunicación usa cifrado SSL.</a:t>
            </a:r>
            <a:br/>
            <a:r>
              <a:t>   La información de tarjetas se procesa por servicios compatibles con PCI DSS — no almacenamos datos de tarjetas en nuestros servidores.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¿Puedo usarlo para múltiples ubicaciones?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Sí. El plan Premium soporta gestión multi-tienda.</a:t>
            </a:r>
            <a:br/>
            <a:r>
              <a:t>   Gestione personal e inventario por ubicación mientras ve reportes consolidados.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Contáctenos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0EC"/>
                </a:solidFill>
                <a:latin typeface="Calibri"/>
              </a:defRPr>
            </a:pPr>
            <a:r>
              <a:t>Solicite una demo, cotización o consulte cualquier duda.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017520"/>
            <a:ext cx="39593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702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TEL:     000-0000-0000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Email:   info@example.com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Web:    https://timebaibai.com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6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Nombre de la Empresa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Dirección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0EC"/>
                </a:solidFill>
                <a:latin typeface="Calibri"/>
              </a:defRPr>
            </a:pPr>
            <a:r>
              <a:t>© 2026 TimeBaiBai.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