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icrosoft JhengHei"/>
              </a:defRPr>
            </a:pPr>
            <a:r>
              <a:t>全方位店舖DX平台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F0EC"/>
                </a:solidFill>
                <a:latin typeface="Microsoft JhengHei"/>
              </a:defRPr>
            </a:pPr>
            <a:r>
              <a:t>預約 • 點餐 • 支付 • 員工管理 • 薪資</a:t>
            </a:r>
            <a:br/>
            <a:r>
              <a:t>一個系統全部搞定。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449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Microsoft JhengHei"/>
              </a:defRPr>
            </a:pPr>
            <a:r>
              <a:t>TimeBaiBai  服務介紹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1F0EC"/>
                </a:solidFill>
                <a:latin typeface="Microsoft JhengHei"/>
              </a:defRPr>
            </a:pPr>
            <a:r>
              <a:t>2026  /  公司名稱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JhengHei"/>
              </a:defRPr>
            </a:pPr>
            <a:r>
              <a:t>這些問題，是否似曾相識？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JhengHei"/>
              </a:defRPr>
            </a:pPr>
            <a:r>
              <a:t>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JhengHei"/>
              </a:defRPr>
            </a:pPr>
            <a:r>
              <a:t>預約管道分散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電話、LINE、電子郵件⋯⋯各種預約管道</a:t>
            </a:r>
            <a:br/>
            <a:r>
              <a:t>常常擔心重複預約。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JhengHei"/>
              </a:defRPr>
            </a:pPr>
            <a:r>
              <a:t>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JhengHei"/>
              </a:defRPr>
            </a:pPr>
            <a:r>
              <a:t>爽約與臨時取消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1488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客人預約了卻沒來。</a:t>
            </a:r>
            <a:br/>
            <a:r>
              <a:t>浪費了準備工作和營收。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JhengHei"/>
              </a:defRPr>
            </a:pPr>
            <a:r>
              <a:t>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JhengHei"/>
              </a:defRPr>
            </a:pPr>
            <a:r>
              <a:t>點餐手忙腳亂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尖峰時段忙不過來。</a:t>
            </a:r>
            <a:br/>
            <a:r>
              <a:t>點餐錯誤頻頻發生。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840480"/>
            <a:ext cx="5120640" cy="20116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40233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333333"/>
                </a:solidFill>
                <a:latin typeface="Microsoft JhengHei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33333"/>
                </a:solidFill>
                <a:latin typeface="Microsoft JhengHei"/>
              </a:defRPr>
            </a:pPr>
            <a:r>
              <a:t>庫存盲點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4526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Microsoft JhengHei"/>
              </a:defRPr>
            </a:pPr>
            <a:r>
              <a:t>商品莫名就缺貨了。</a:t>
            </a:r>
            <a:br/>
            <a:r>
              <a:t>不知道何時該補貨。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JhengHei"/>
              </a:defRPr>
            </a:pPr>
            <a:r>
              <a:t>TimeBaiBai 全部幫您解決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t>一站式平台，滿足店舖所有需求。只需一支智慧型手機即可開始使用。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icrosoft JhengHei"/>
              </a:defRPr>
            </a:pPr>
            <a:r>
              <a:t>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核心模組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icrosoft JhengHe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支援語言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icrosoft JhengHei"/>
              </a:defRPr>
            </a:pPr>
            <a:r>
              <a:t>24h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自動預約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03120"/>
            <a:ext cx="2194560" cy="12801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2860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C876C"/>
                </a:solidFill>
                <a:latin typeface="Microsoft JhengHei"/>
              </a:defRPr>
            </a:pPr>
            <a: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省下紙張成本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Microsoft JhengHei"/>
              </a:defRPr>
            </a:pPr>
            <a:r>
              <a:t>預約、桌邊點餐、庫存、排班管理、薪資計算、官網管理⋯⋯</a:t>
            </a:r>
            <a:br/>
            <a:r>
              <a:t>從單一儀表板管理所有業務——不再需要使用多種工具。</a:t>
            </a:r>
            <a:br/>
            <a:br/>
            <a:r>
              <a:t>設定簡單，開通帳號當天即可使用。</a:t>
            </a:r>
            <a:br/>
            <a:r>
              <a:t>不需要複雜的安裝或硬體設備。只需從手機或電腦存取即可。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主要功能  ①  預約 / 桌邊點餐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icrosoft JhengHei"/>
              </a:defRPr>
            </a:pPr>
            <a:r>
              <a:t>線上預約系統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透過LINE預約 — 直接在聊天中完成預約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亦支援電子郵件預約，方便客戶選擇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預付確認預約 — 付款後自動確認（防止爽約）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管理後台一鍵切換預付/後付模式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員工行事曆即時顯示可預約時段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兩種預約流程：依日期或依員工選擇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QR碼報到（零櫃台作業）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預約確認後自動LINE通知員工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支援7國語言（日文、英文、中文、韓文、西班牙文、葡萄牙文）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JhengHei"/>
              </a:defRPr>
            </a:pPr>
            <a:r>
              <a:t>QR碼桌邊點餐系統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在每張桌上放置QR碼即可開始使用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客人掃描手機 → 瀏覽菜單 → 下單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圖片菜單幫助客人了解菜色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分類標籤快速找到想點的品項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購物車功能方便追加點餐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即時訂單狀態追蹤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支援現金、信用卡、電子支付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管理後台可批量產生QR碼並列印下載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主要功能  ②  庫存 / 員工排班管理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icrosoft JhengHei"/>
              </a:defRPr>
            </a:pPr>
            <a:r>
              <a:t>庫存管理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所有商品即時庫存數量追蹤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訂單連動自動扣除庫存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庫存不足時自動發出警示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QR碼進貨（無需條碼掃描器）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完整進出貨紀錄（稽核備查）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依商品分類整理，管理更輕鬆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EC商店與實體店庫存統一管理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盤點功能支援批量調整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icrosoft JhengHei"/>
              </a:defRPr>
            </a:pPr>
            <a:r>
              <a:t>員工排班管理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員工從手機提交班表偏好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三級選項：可上班 / 希望上班 / 無法上班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主管從管理後台確定排班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自動排班功能，高效分配人力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確定班表後自動LINE通知員工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員工個人檔案含照片與介紹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員工類型：服務人員 / 門市員工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角色權限：店主 / 主管 / 員工 / 開發者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主要功能  ③  薪資 / 官網管理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CAF50"/>
                </a:solidFill>
                <a:latin typeface="Microsoft JhengHei"/>
              </a:defRPr>
            </a:pPr>
            <a:r>
              <a:t>薪資與出勤管理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從排班紀錄自動產生出勤資料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自動區分一般時數、加班、夜班、假日時數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時薪制與月薪制員工薪資計算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自動計算社會保險費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自動套用所得稅與住民稅扣除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一鍵產生薪資明細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銀行轉帳CSV匯出（全銀格式）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輕鬆設定各項津貼（交通、住宿、家庭）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icrosoft JhengHei"/>
              </a:defRPr>
            </a:pPr>
            <a:r>
              <a:t>官網與行銷管理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從管理後台編輯店舖官網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主視覺輪播圖展示店舖魅力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輕鬆更新最新消息與媒體報導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廣告橫幅刊登與管理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社群媒體整合（X / Instagram嵌入）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自訂HTML區塊打造靈活版面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隱私政策與法律頁面可從後台編輯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內建EC商店支援線上銷售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主要功能  ④  數據分析 / 資安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170432"/>
            <a:ext cx="5029200" cy="36576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28BCA"/>
                </a:solidFill>
                <a:latin typeface="Microsoft JhengHei"/>
              </a:defRPr>
            </a:pPr>
            <a:r>
              <a:t>數據分析與AI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銷售儀表板提供每日/每週/每月/每年趨勢圖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菜單工程分析（Star/Dog分類）提升獲利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ABC分析、RFM分析、世代分析、購物籃分析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NPS（顧客滿意度）自動彙整，提高回客率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AI預測各時段最佳人力配置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需求與營收預測，輔助採購與人力規劃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商業洞察自動偵測異常與機會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KPI計分卡一目了然掌握營運狀況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0352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70432"/>
            <a:ext cx="5029200" cy="36576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800"/>
                </a:solidFill>
                <a:latin typeface="Microsoft JhengHei"/>
              </a:defRPr>
            </a:pPr>
            <a:r>
              <a:t>資安與稽核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完整存取日誌（登入、操作、異常偵測）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IP速率限制自動阻擋未授權存取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客戶個資以AES加密安全儲存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自動化資安稽核（每日12項檢查）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角色權限控管（店主 / 主管 / 員工 / 開發者）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完整稽核軌跡：操作紀錄與排班變更日誌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內建SSL加密與CSRF防護</a:t>
            </a:r>
          </a:p>
          <a:p>
            <a:pPr>
              <a:spcAft>
                <a:spcPts val="600"/>
              </a:spcAft>
              <a:defRPr sz="1100">
                <a:solidFill>
                  <a:srgbClr val="333333"/>
                </a:solidFill>
                <a:latin typeface="Microsoft JhengHei"/>
              </a:defRPr>
            </a:pPr>
            <a:r>
              <a:t>  ●  整合符合PCI DSS標準的外部支付服務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客戶頁面 — 首頁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t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713" y="1188720"/>
            <a:ext cx="4754172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客人看到的第一個畫面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主視覺輪播圖展示店舖魅力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清晰的預約流程，提供多種選項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員工排名推廣人氣服務人員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自動顯示最新消息與媒體報導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支援7國語言，服務國際客戶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客戶頁面 — 員工簡介與店舖資訊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taff_list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546" y="1188720"/>
            <a:ext cx="3318506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精美呈現您的員工陣容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員工照片與個人介紹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顯示專長與資格證照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直接連結預約行事曆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店舖資訊（營業時間、地圖、交通方式）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從管理後台輕鬆更新內容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客戶頁面 — 最新消息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news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46" y="1188720"/>
            <a:ext cx="518910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讓客戶隨時掌握最新資訊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發布新菜單、活動與優惠促銷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管理後台一鍵發布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依日期自動排序，確保內容最新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社群媒體整合擴大觸及率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透過即時更新促進回客率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客戶頁面 — 線上商店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ont_shop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拓展您的銷售管道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在線上販售您的商品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商品搜尋與分類篩選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購物車支援多品項購買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支援信用卡與電子支付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統一庫存管理避免庫存差異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客戶頁面 — QR碼桌邊點餐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ble_orde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386" y="1188720"/>
            <a:ext cx="236482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用智慧型手機輕鬆點餐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只要掃描桌上的QR碼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圖片菜單直觀呈現菜色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分類標籤快速找到品項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購物車功能方便追加點餐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即時訂單狀態追蹤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客戶頁面 — 預約行事曆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ooking_calendar_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246" y="1188720"/>
            <a:ext cx="5189107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24小時全天候線上預約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行事曆一目了然查看員工可預約時段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客人自選偏好的日期與時段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預付確認機制防止爽約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支援LINE與電子郵件預約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確認後自動通知員工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JhengHei"/>
              </a:defRPr>
            </a:pPr>
            <a:r>
              <a:t>完美支援手機瀏覽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Microsoft JhengHei"/>
              </a:defRPr>
            </a:pPr>
            <a:r>
              <a:t>客戶網站與管理後台皆可在智慧型手機上完美運作。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ront_top_mobile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800" y="1783080"/>
            <a:ext cx="1858078" cy="4023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icrosoft JhengHei"/>
              </a:defRPr>
            </a:pPr>
            <a:r>
              <a:t>客戶首頁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38404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dashboard_mobile_v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72" y="1783080"/>
            <a:ext cx="1859135" cy="4023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icrosoft JhengHei"/>
              </a:defRPr>
            </a:pPr>
            <a:r>
              <a:t>管理後台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銷售儀表板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sale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一目了然掌握營運狀況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每日 / 每週 / 每月 / 每年營收趨勢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預約KPI（數量、取消率）即時顯示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三通路拆分：總計、EC商店、店內菜單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KPI計分卡一覽關鍵指標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商業洞察自動建議改善方向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銷售分析（菜單分析）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menu_eng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AI驅動的獲利優化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菜單工程：Star / Plowhorse / Puzzle / Dog 四象限分類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ABC分析：帕累托法則找出主要營收來源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營收預測：Prophet AI模型預測未來14天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每小時銷售熱力圖輔助最佳人力安排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AOV（客單價）趨勢供定價策略參考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銷售分析（客戶分析）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_rfm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數據驅動的客戶洞察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RFM分析：依最近消費、消費頻率、消費金額自動分群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世代分析：視覺化每月新客留存率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購物籃分析：發掘交叉銷售模式與推薦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AI摘要：以自然語言彙整分析結果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建議行動：AI自動建議具體改善步驟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排班行事曆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ft_calendar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簡化排班管理流程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員工從智慧型手機提交班表偏好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行事曆檢視所有員工排班一目了然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一鍵自動排班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自動偵測人力不足的日期並發出警示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確定班表後自動LINE通知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POS收銀機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o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順暢的結帳體驗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分類標籤快速選擇商品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支援現金、信用卡、行動支付與交通卡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自動產生收據並列印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廚房顯示器整合訂單通知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自動產生每日與每月銷售報表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庫存管理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ventory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防止缺貨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所有商品即時庫存數量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收到訂單自動扣除庫存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庫存不足警示與通知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QR碼進貨（無需條碼掃描器）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完整進出貨紀錄供稽核備查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顧客回饋 (NPS)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ustomer_feedback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量化顧客心聲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NPS（淨推薦分數）自動彙整與趨勢追蹤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推薦者 / 被動者 / 批評者 色彩標示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依評論回饋提供可執行的改善方向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串聯訂單資料分析服務品質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每月及員工別滿意度趨勢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出勤看板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ttendance_board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即時掌握員工出勤狀況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一目了然查看上班中、休息中、未打卡狀態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每30秒自動刷新即時追蹤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三種打卡方式：QR碼、PIN碼、智慧型手機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自動區分加班、夜班、假日時數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出勤資料無縫串接薪資計算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8C876C"/>
                </a:solidFill>
                <a:latin typeface="Microsoft JhengHei"/>
              </a:defRPr>
            </a:pPr>
            <a:r>
              <a:t>管理後台 — IoT感測器監控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7498079" cy="53035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ot_sensors_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097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即時監控店舖環境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即時顯示溫度、濕度、氣壓、氣體濃度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PIR動作感測器自動計算來客人數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異常情況（瓦斯外洩、高溫等）發出警示通知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時序圖表追蹤感測器資料趨勢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ESP32裝置連線狀態監控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JhengHei"/>
              </a:defRPr>
            </a:pPr>
            <a:r>
              <a:t>導入效益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JhengHei"/>
              </a:defRPr>
            </a:pPr>
            <a: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JhengHei"/>
              </a:defRPr>
            </a:pPr>
            <a:r>
              <a:t>零爽約損失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預付確認預約機制杜絕臨時取消。</a:t>
            </a:r>
            <a:br/>
            <a:r>
              <a:t>一鍵切換預付/後付模式。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JhengHei"/>
              </a:defRPr>
            </a:pPr>
            <a: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JhengHei"/>
              </a:defRPr>
            </a:pPr>
            <a:r>
              <a:t>LINE輕鬆預約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客人直接在LINE聊天中完成預約。</a:t>
            </a:r>
            <a:br/>
            <a:r>
              <a:t>無需安裝新的應用程式。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JhengHe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3716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JhengHei"/>
              </a:defRPr>
            </a:pPr>
            <a:r>
              <a:t>提升營收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QR點餐提高追加點餐率。</a:t>
            </a:r>
            <a:br/>
            <a:r>
              <a:t>多語言支援吸引國際旅客。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JhengHei"/>
              </a:defRPr>
            </a:pPr>
            <a:r>
              <a:t>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JhengHei"/>
              </a:defRPr>
            </a:pPr>
            <a:r>
              <a:t>節省工時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預約、點餐、排班、薪資全面自動化。</a:t>
            </a:r>
            <a:br/>
            <a:r>
              <a:t>讓員工專注於顧客服務。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JhengHe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JhengHei"/>
              </a:defRPr>
            </a:pPr>
            <a:r>
              <a:t>降低成本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預約簿、點餐單、打卡卡⋯⋯</a:t>
            </a:r>
            <a:br/>
            <a:r>
              <a:t>省去紙張成本與人工作業。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333333"/>
                </a:solidFill>
                <a:latin typeface="Microsoft JhengHe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023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C876C"/>
                </a:solidFill>
                <a:latin typeface="Microsoft JhengHei"/>
              </a:defRPr>
            </a:pPr>
            <a:r>
              <a:t>數據驅動決策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4805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JhengHei"/>
              </a:defRPr>
            </a:pPr>
            <a:r>
              <a:t>視覺化銷售、預約與員工績效。</a:t>
            </a:r>
            <a:br/>
            <a:r>
              <a:t>以真實數據支持每一個決策。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JhengHei"/>
              </a:defRPr>
            </a:pPr>
            <a:r>
              <a:t>導入流程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7432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JhengHei"/>
              </a:defRPr>
            </a:pPr>
            <a:r>
              <a:t>聯繫我們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透過電話</a:t>
            </a:r>
            <a:br/>
            <a:r>
              <a:t>或表單與我們聯繫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JhengHei"/>
              </a:defRPr>
            </a:pPr>
            <a:r>
              <a:t>需求諮詢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我們瞭解您目前的</a:t>
            </a:r>
            <a:br/>
            <a:r>
              <a:t>工作流程與痛點</a:t>
            </a:r>
          </a:p>
        </p:txBody>
      </p:sp>
      <p:sp>
        <p:nvSpPr>
          <p:cNvPr id="12" name="Oval 11"/>
          <p:cNvSpPr/>
          <p:nvPr/>
        </p:nvSpPr>
        <p:spPr>
          <a:xfrm>
            <a:off x="5532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JhengHei"/>
              </a:defRPr>
            </a:pPr>
            <a:r>
              <a:t>演示與報價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觀看產品實際操作。</a:t>
            </a:r>
            <a:br/>
            <a:r>
              <a:t>我們為您推薦最佳方案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76C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JhengHei"/>
              </a:defRPr>
            </a:pPr>
            <a:r>
              <a:t>帳號設定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註冊店舖資訊與員工。</a:t>
            </a:r>
            <a:br/>
            <a:r>
              <a:t>我們協助初始設定</a:t>
            </a:r>
          </a:p>
        </p:txBody>
      </p:sp>
      <p:sp>
        <p:nvSpPr>
          <p:cNvPr id="20" name="Oval 19"/>
          <p:cNvSpPr/>
          <p:nvPr/>
        </p:nvSpPr>
        <p:spPr>
          <a:xfrm>
            <a:off x="10104120" y="1463040"/>
            <a:ext cx="1005840" cy="1005840"/>
          </a:xfrm>
          <a:prstGeom prst="ellipse">
            <a:avLst/>
          </a:prstGeom>
          <a:solidFill>
            <a:srgbClr val="8C8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STEP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651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JhengHei"/>
              </a:defRPr>
            </a:pPr>
            <a:r>
              <a:t>正式上線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1089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經過簡短教學後，</a:t>
            </a:r>
            <a:br/>
            <a:r>
              <a:t>即可正式開始使用！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10360152" cy="13716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JhengHei"/>
              </a:defRPr>
            </a:pPr>
            <a:r>
              <a:t>最快當天即可開始使用。</a:t>
            </a:r>
            <a:br/>
            <a:r>
              <a:t>無需特殊硬體或系統安裝。透過智慧型手機、平板或電腦即可立即存取。</a:t>
            </a:r>
            <a:br/>
            <a:r>
              <a:t>上線後我們持續提供技術支援、教育訓練與功能更新。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JhengHei"/>
              </a:defRPr>
            </a:pPr>
            <a:r>
              <a:t>方案與價格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Microsoft JhengHei"/>
              </a:defRPr>
            </a:pPr>
            <a:r>
              <a:t>* 以下價格僅供參考。我們會依據您的需求量身訂製方案。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474720" cy="7315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輕量方案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  <a:latin typeface="Microsoft JhengHei"/>
              </a:defRPr>
            </a:pPr>
            <a:r>
              <a:t>從 $XX/月 起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適合小型店舖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預約管理（LINE與電子郵件）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員工管理（最多5人）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官網管理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電子郵件與線上客服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474720" cy="73152"/>
          </a:xfrm>
          <a:prstGeom prst="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417320"/>
            <a:ext cx="2011680" cy="320040"/>
          </a:xfrm>
          <a:prstGeom prst="roundRect">
            <a:avLst/>
          </a:prstGeom>
          <a:solidFill>
            <a:srgbClr val="428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★ 推薦！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標準方案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28BCA"/>
                </a:solidFill>
                <a:latin typeface="Microsoft JhengHei"/>
              </a:defRPr>
            </a:pPr>
            <a:r>
              <a:t>從 $XX/月 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適合中型店舖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包含輕量方案所有功能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QR碼桌邊點餐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庫存管理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排班管理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員工人數無上限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電話客服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554480"/>
            <a:ext cx="3474720" cy="47548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554480"/>
            <a:ext cx="3474720" cy="73152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828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33333"/>
                </a:solidFill>
                <a:latin typeface="Microsoft JhengHei"/>
              </a:defRPr>
            </a:pPr>
            <a:r>
              <a:t>進階方案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C876C"/>
                </a:solidFill>
                <a:latin typeface="Microsoft JhengHei"/>
              </a:defRPr>
            </a:pPr>
            <a:r>
              <a:t>從 $XX/月 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2834640"/>
            <a:ext cx="2926080" cy="18288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  <a:latin typeface="Microsoft JhengHei"/>
              </a:defRPr>
            </a:pPr>
            <a:r>
              <a:t>多店舖 / 完整功能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291840"/>
            <a:ext cx="29260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包含標準方案所有功能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薪資與出勤管理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銷售儀表板與數據分析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多語言支援（7國語言）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多店舖管理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優先客服</a:t>
            </a:r>
          </a:p>
          <a:p>
            <a:pPr>
              <a:spcAft>
                <a:spcPts val="600"/>
              </a:spcAft>
              <a:defRPr sz="1200">
                <a:solidFill>
                  <a:srgbClr val="333333"/>
                </a:solidFill>
                <a:latin typeface="Microsoft JhengHei"/>
              </a:defRPr>
            </a:pPr>
            <a:r>
              <a:t>  ✓  客製化開發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JhengHei"/>
              </a:defRPr>
            </a:pPr>
            <a:r>
              <a:t>* 初始設定費與客製化開發費用另行報價。  * 價格未含稅。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0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C876C"/>
                </a:solidFill>
                <a:latin typeface="Microsoft JhengHei"/>
              </a:defRPr>
            </a:pPr>
            <a:r>
              <a:t>常見問題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828800" cy="36576"/>
          </a:xfrm>
          <a:prstGeom prst="rect">
            <a:avLst/>
          </a:prstGeom>
          <a:solidFill>
            <a:srgbClr val="8C8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JhengHei"/>
              </a:defRPr>
            </a:pPr>
            <a:r>
              <a:t>Q. 需要什麼特殊設備嗎？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JhengHei"/>
              </a:defRPr>
            </a:pPr>
            <a:r>
              <a:t>A. 不需要特殊硬體。使用您現有的智慧型手機、平板或電腦即可。</a:t>
            </a:r>
            <a:br/>
            <a:r>
              <a:t>   桌邊點餐功能只需從管理後台列印QR碼即可。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6771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JhengHei"/>
              </a:defRPr>
            </a:pPr>
            <a:r>
              <a:t>Q. 不擅長操作電腦的員工也能使用嗎？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JhengHei"/>
              </a:defRPr>
            </a:pPr>
            <a:r>
              <a:t>A. 可以。只要會用智慧型手機就能使用TimeBaiBai。介面直覺且操作簡單。</a:t>
            </a:r>
            <a:br/>
            <a:r>
              <a:t>   我們在導入時也會提供實機教育訓練。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JhengHei"/>
              </a:defRPr>
            </a:pPr>
            <a:r>
              <a:t>Q. 之後可以新增或變更功能嗎？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JhengHei"/>
              </a:defRPr>
            </a:pPr>
            <a:r>
              <a:t>A. 當然可以。您可以隨時升級或變更方案。</a:t>
            </a:r>
            <a:br/>
            <a:r>
              <a:t>   建議先從核心功能開始，再依需求逐步擴充。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6227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JhengHei"/>
              </a:defRPr>
            </a:pPr>
            <a:r>
              <a:t>Q. 我的資料安全嗎？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JhengHei"/>
              </a:defRPr>
            </a:pPr>
            <a:r>
              <a:t>A. 客戶資料在儲存時進行加密。所有通訊皆使用SSL加密。</a:t>
            </a:r>
            <a:br/>
            <a:r>
              <a:t>   信用卡資訊由符合PCI DSS標準的支付服務處理——我們的伺服器不儲存任何卡片資料。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486400"/>
            <a:ext cx="11274552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559552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C876C"/>
                </a:solidFill>
                <a:latin typeface="Microsoft JhengHei"/>
              </a:defRPr>
            </a:pPr>
            <a:r>
              <a:t>Q. 可以用於多間店舖嗎？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521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JhengHei"/>
              </a:defRPr>
            </a:pPr>
            <a:r>
              <a:t>A. 可以。進階方案支援多店舖管理。</a:t>
            </a:r>
            <a:br/>
            <a:r>
              <a:t>   可依各分店管理員工與庫存，同時查看所有店舖的彙整報表。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87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聯繫我們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1F0EC"/>
                </a:solidFill>
                <a:latin typeface="Microsoft JhengHei"/>
              </a:defRPr>
            </a:pPr>
            <a:r>
              <a:t>歡迎洽詢演示、報價或任何問題。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017520"/>
            <a:ext cx="3959352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3474720"/>
            <a:ext cx="6702552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JhengHei"/>
              </a:defRPr>
            </a:pPr>
            <a:r>
              <a:t>TEL:     000-0000-0000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JhengHei"/>
              </a:defRPr>
            </a:pPr>
            <a:r>
              <a:t>Email:   info@example.com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297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Microsoft JhengHei"/>
              </a:defRPr>
            </a:pPr>
            <a:r>
              <a:t>Web:    https://timebaibai.com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Jheng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657600" y="4937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JhengHei"/>
              </a:defRPr>
            </a:pPr>
            <a:r>
              <a:t>公司名稱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Microsoft JhengHei"/>
              </a:defRPr>
            </a:pPr>
            <a:r>
              <a:t>地址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1F0EC"/>
                </a:solidFill>
                <a:latin typeface="Microsoft JhengHei"/>
              </a:defRPr>
            </a:pPr>
            <a:r>
              <a:t>© 2026 TimeBaiBai.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