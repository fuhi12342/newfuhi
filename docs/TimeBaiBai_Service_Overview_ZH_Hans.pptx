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全方位门店DX平台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0EC"/>
                </a:solidFill>
                <a:latin typeface="Microsoft YaHei"/>
              </a:defRPr>
            </a:pPr>
            <a:r>
              <a:t>预约 • 点餐 • 支付 • 员工管理 • 工资</a:t>
            </a:r>
            <a:br/>
            <a:r>
              <a:t>一个系统全部搞定。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49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TimeBaiBai  服务介绍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0EC"/>
                </a:solidFill>
                <a:latin typeface="Microsoft YaHei"/>
              </a:defRPr>
            </a:pPr>
            <a:r>
              <a:t>2026  /  公司名称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这些问题，您是否深有同感？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预约渠道分散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电话、LINE、邮件……各种预约渠道</a:t>
            </a:r>
            <a:br/>
            <a:r>
              <a:t>总担心重复预约。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爽约与临时取消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客人预约了却不来。</a:t>
            </a:r>
            <a:br/>
            <a:r>
              <a:t>浪费了准备工作和营收。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点餐手忙脚乱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高峰时段忙不过来。</a:t>
            </a:r>
            <a:br/>
            <a:r>
              <a:t>点餐错误频频发生。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库存盲区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商品莫名就缺货了。</a:t>
            </a:r>
            <a:br/>
            <a:r>
              <a:t>不知道什么时候该补货。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TimeBaiBai 帮您全部解决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一站式平台，满足门店所有需求。只需一部智能手机即可开始使用。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YaHei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支持语言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YaHei"/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自动预约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YaHe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省去纸张成本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预约、桌边点餐、库存、排班管理、工资计算、官网管理……</a:t>
            </a:r>
            <a:br/>
            <a:r>
              <a:t>通过单一仪表板管理所有业务——无需再使用多种工具。</a:t>
            </a:r>
            <a:br/>
            <a:br/>
            <a:r>
              <a:t>设置简单，开通账号当天即可使用。</a:t>
            </a:r>
            <a:br/>
            <a:r>
              <a:t>无需复杂安装或硬件设备。只需通过手机或电脑访问即可。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核心功能  ①  预约 / 桌边点餐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icrosoft YaHei"/>
              </a:defRPr>
            </a:pPr>
            <a:r>
              <a:t>在线预约系统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通过LINE预约——在聊天中即可完成预约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同时支持邮件预约，方便客户选择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预付确认预约——支付后自动确认（防止爽约）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管理后台一键切换预付/后付模式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员工日历实时显示可预约时段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两种预约方式：按日期 或 按员工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二维码签到（零前台工作量）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预约确认后自动通过LINE通知员工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支持7种语言（日语、英语、中文、韩语、西班牙语、葡萄牙语）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二维码桌边点餐系统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在每张桌子上放置二维码即可开始使用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客人扫码 → 浏览菜单 → 下单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图片菜单帮助客人直观了解菜品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分类标签快速查找菜品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购物车功能方便追加点餐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实时订单状态追踪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支持现金、信用卡和电子支付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管理后台批量生成二维码并可打印下载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核心功能  ②  库存 / 员工排班管理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YaHei"/>
              </a:defRPr>
            </a:pPr>
            <a:r>
              <a:t>库存管理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所有商品库存实时追踪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订单联动自动扣减库存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库存不足自动提醒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二维码收货（无需条码扫描器）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完整的出入库记录（审计就绪）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按商品类别整理，管理轻松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EC网店与门店库存统一管理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盘点功能支持批量调整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icrosoft YaHei"/>
              </a:defRPr>
            </a:pPr>
            <a:r>
              <a:t>员工排班管理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员工通过手机提交排班意愿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三级意愿：可以 / 希望 / 不可以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管理者通过管理后台确定排班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自动排班实现高效人员配置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确定的排班自动通过LINE通知员工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员工资料含照片和简介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员工类型：接待人员 / 门店员工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权限管理：老板 / 经理 / 员工 / 开发者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核心功能  ③  工资 / 官网管理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YaHei"/>
              </a:defRPr>
            </a:pPr>
            <a:r>
              <a:t>工资与考勤管理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根据排班记录自动生成考勤数据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自动区分普通工时、加班、夜班和节假日工时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支持时薪和月薪员工的工资计算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自动计算社会保险费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自动适用所得税和住民税扣除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一键生成工资单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银行转账CSV导出（全银格式）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轻松设置各类津贴（通勤、住房、家庭）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YaHei"/>
              </a:defRPr>
            </a:pPr>
            <a:r>
              <a:t>官网与营销管理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通过管理后台编辑门店官网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首页横幅（轮播图）展示门店魅力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轻松更新新闻和媒体报道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广告横幅投放与管理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社交媒体集成（X / Instagram嵌入）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自定义HTML模块实现灵活布局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管理后台可编辑隐私政策和法律页面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内置EC网店支持在线销售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核心功能  ④  数据分析 / 信息安全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icrosoft YaHei"/>
              </a:defRPr>
            </a:pPr>
            <a:r>
              <a:t>数据分析与AI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销售仪表板：日/周/月/年趋势图表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菜单工程学（Star/Dog分类）助力利润优化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ABC分析、RFM分析、同期群分析、购物篮分析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NPS（客户满意度）自动汇总，助力客户留存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AI预测各时段最优人员配置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需求与营收预测，助力采购和排班决策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商业洞察自动检测异常和机会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KPI记分卡一目了然掌握经营状况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YaHei"/>
              </a:defRPr>
            </a:pPr>
            <a:r>
              <a:t>信息安全与审计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完整的访问日志（登录、操作、异常检测）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基于IP的速率限制自动拦截未授权访问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客户个人信息采用AES加密安全存储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自动安全审计（每日12项检查）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基于角色的访问控制（老板 / 经理 / 员工 / 开发者）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完整的审计追踪：操作历史和排班变更记录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内置SSL加密和CSRF保护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  ●  集成PCI DSS合规的外部支付服务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客户页面 — 首页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t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13" y="1188720"/>
            <a:ext cx="475417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客人看到的第一个页面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首页横幅展示门店魅力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清晰的预约流程，多种选择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员工排名推广人气员工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自动展示新闻和媒体报道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支持7种语言，服务国际客户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客户页面 — 员工介绍与门店信息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taff_li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46" y="1188720"/>
            <a:ext cx="3318506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精彩展示您的员工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员工照片和个人简介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展示专长和资质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直接链接到预约日历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门店信息（营业时间、地图、交通方式）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管理后台轻松更新内容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客户页面 — 新闻与公告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new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让客户随时了解最新动态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发布新菜品、活动和促销信息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管理后台一键发布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按日期自动排序，保持内容新鲜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社交媒体联动扩大传播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通过及时更新促进回头客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客户页面 — 在线商城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h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拓展销售渠道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在线销售您的商品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商品搜索和分类筛选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购物车支持多件商品购买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支持信用卡和电子支付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统一库存防止库存差异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客户页面 — 二维码桌边点餐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_orde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1188720"/>
            <a:ext cx="236482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手机轻松下单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只需扫描桌上的二维码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图片菜单直观展示菜品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分类标签快速查找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购物车方便追加点餐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实时订单状态追踪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客户页面 — 预约日历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ing_calenda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37" y="1188720"/>
            <a:ext cx="457072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24小时在线预约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日历一目了然查看员工空闲时段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客人选择心仪的日期和时间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预付确认防止爽约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支持LINE和邮件预约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确认后自动通知员工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完美支持手机浏览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客户端和管理后台均可在智能手机上完美运行。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_top_mobil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00" y="1783080"/>
            <a:ext cx="185807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客户首页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_mobile_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72" y="178308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管理后台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销售仪表板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ale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一目了然的经营概况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日/周/月/年营收趋势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预约KPI（数量、取消率）实时监控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三渠道分解：合计、EC网店、店内菜单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KPI记分卡概览关键指标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商业洞察自动建议改进措施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销售分析（菜单分析）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enu_eng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AI驱动的利润优化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菜单工程学：Star / Plowhorse / Puzzle / Dog 四象限分类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ABC分析：帕累托法则识别核心营收驱动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营收预测：Prophet AI模型预测未来14天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每小时销售热力图助力最优排班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AOV（客单价）趋势用于定价策略评估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销售分析（客户分析）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rfm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数据驱动的客户洞察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RFM分析：按最近消费、消费频率、消费金额自动客户分群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同期群分析：可视化每月新客户留存率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购物篮分析：发现交叉销售模式和推荐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AI摘要：分析结果以自然语言总结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推荐行动：AI自动建议具体改进步骤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排班日历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ft_calenda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高效的排班管理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员工通过手机提交排班意愿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日历视图一目了然查看所有员工排班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自动排班一键分配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自动检测人手不足并发出提醒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确定的排班自动通过LINE通知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POS收银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顺畅的结账体验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分类标签快速选择商品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支持现金、信用卡、PayPay和交通IC卡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自动生成和打印收据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厨房显示屏联动订单通知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自动生成日报和月报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库存管理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防止缺货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所有商品库存实时监控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订单接收自动扣减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库存不足提醒通知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二维码收货（无需条码扫描器）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完整的出入库记录便于审计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客户反馈（NPS）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feedback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量化客户心声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NPS（净推荐值）自动汇总和趋势分析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推荐者/被动者/贬损者彩色标注显示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基于评论的反馈助力改进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关联订单数据进行服务质量分析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月度和员工级别满意度趋势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考勤看板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dance_board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实时员工出勤状况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一目了然查看在岗、休息中、未打卡状态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每30秒自动刷新实时追踪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三种打卡方式：二维码、PIN码或手机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自动区分加班、夜班和节假日工时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考勤数据无缝对接工资系统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YaHei"/>
              </a:defRPr>
            </a:pPr>
            <a:r>
              <a:t>管理后台 — IoT传感器监控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t_sensor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实时门店环境监测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温度、湿度、气压、气体浓度实时监测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PIR人体传感器自动来客计数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异常情况（燃气泄漏、高温等）告警通知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时间序列图表追踪传感器数据趋势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ESP32设备连接状态监控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导入效益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YaHei"/>
              </a:defRPr>
            </a:pPr>
            <a:r>
              <a:t>零爽约损失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预付确认预约消除临时取消。</a:t>
            </a:r>
            <a:br/>
            <a:r>
              <a:t>管理后台一键切换预付/后付模式。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YaHei"/>
              </a:defRPr>
            </a:pPr>
            <a:r>
              <a:t>LINE轻松预约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客人通过LINE聊天直接预约。</a:t>
            </a:r>
            <a:br/>
            <a:r>
              <a:t>无需安装新应用。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YaHei"/>
              </a:defRPr>
            </a:pPr>
            <a:r>
              <a:t>提升营收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二维码点餐提高追加点餐率。</a:t>
            </a:r>
            <a:br/>
            <a:r>
              <a:t>多语言支持吸引国际客户。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YaHei"/>
              </a:defRPr>
            </a:pPr>
            <a:r>
              <a:t>节省工时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预约、点餐、排班、工资全自动化。</a:t>
            </a:r>
            <a:br/>
            <a:r>
              <a:t>让员工专注于客户服务。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YaHei"/>
              </a:defRPr>
            </a:pPr>
            <a:r>
              <a:t>降低成本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预约簿、点餐单、考勤卡……</a:t>
            </a:r>
            <a:br/>
            <a:r>
              <a:t>告别纸张成本和人工作业。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YaHei"/>
              </a:defRPr>
            </a:pPr>
            <a:r>
              <a:t>数据驱动决策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可视化销售、预约和员工绩效。</a:t>
            </a:r>
            <a:br/>
            <a:r>
              <a:t>基于真实数据做出明智决策。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导入流程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联系我们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通过电话或</a:t>
            </a:r>
            <a:br/>
            <a:r>
              <a:t>咨询表单联系我们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需求咨询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了解您当前的</a:t>
            </a:r>
            <a:br/>
            <a:r>
              <a:t>工作流程和痛点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演示与报价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体验产品功能。</a:t>
            </a:r>
            <a:br/>
            <a:r>
              <a:t>我们为您推荐最合适的方案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账号设置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注册门店和员工信息。</a:t>
            </a:r>
            <a:br/>
            <a:r>
              <a:t>我们协助完成初始设置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正式上线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经过简单培训后，</a:t>
            </a:r>
            <a:br/>
            <a:r>
              <a:t>即可正式投入使用！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360152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最快当天即可开始使用。</a:t>
            </a:r>
            <a:br/>
            <a:r>
              <a:t>无需专用硬件或系统安装。通过智能手机、平板电脑或电脑即可立即访问。</a:t>
            </a:r>
            <a:br/>
            <a:r>
              <a:t>部署后我们持续提供技术支持、培训和功能更新。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方案与价格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* 以下价格仅供参考。我们会根据您的需求定制方案。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轻量方案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Microsoft YaHei"/>
              </a:defRPr>
            </a:pPr>
            <a:r>
              <a:t>从 $XX/月 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适合小型门店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预约管理（LINE和邮件）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员工管理（最多5人）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官网管理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邮件和在线客服支持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73152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011680" cy="32004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★ 推荐！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标准方案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BCA"/>
                </a:solidFill>
                <a:latin typeface="Microsoft YaHei"/>
              </a:defRPr>
            </a:pPr>
            <a:r>
              <a:t>从 $XX/月 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适合中型门店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包含轻量方案全部功能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二维码桌边点餐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库存管理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排班管理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员工人数不限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电话支持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高级方案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876C"/>
                </a:solidFill>
                <a:latin typeface="Microsoft YaHei"/>
              </a:defRPr>
            </a:pPr>
            <a:r>
              <a:t>从 $XX/月 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多店铺 / 全功能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包含标准方案全部功能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工资与考勤管理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销售仪表板与数据分析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多语言支持（7种语言）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多店铺管理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优先支持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YaHei"/>
              </a:defRPr>
            </a:pPr>
            <a:r>
              <a:t>  ✓  定制开发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* 初始设置费和定制开发费另行报价。 * 价格不含税。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YaHei"/>
              </a:defRPr>
            </a:pPr>
            <a:r>
              <a:t>Q. 需要专用设备吗？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A. 不需要任何专用硬件。使用您现有的智能手机、平板电脑或电脑即可。</a:t>
            </a:r>
            <a:br/>
            <a:r>
              <a:t>   桌边点餐只需从管理后台打印二维码即可。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YaHei"/>
              </a:defRPr>
            </a:pPr>
            <a:r>
              <a:t>Q. 不懂技术的员工也能用吗？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A. 当然可以。只要会用智能手机，就能使用TimeBaiBai。界面直观简洁。</a:t>
            </a:r>
            <a:br/>
            <a:r>
              <a:t>   导入时我们还会提供实操培训。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YaHei"/>
              </a:defRPr>
            </a:pPr>
            <a:r>
              <a:t>Q. 之后可以增加或更改功能吗？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A. 完全可以。您可以随时升级或更换方案。</a:t>
            </a:r>
            <a:br/>
            <a:r>
              <a:t>   我们建议先从核心功能开始，根据需要逐步扩展。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YaHei"/>
              </a:defRPr>
            </a:pPr>
            <a:r>
              <a:t>Q. 数据安全有保障吗？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A. 客户数据在存储时全部加密。所有通信使用SSL加密。</a:t>
            </a:r>
            <a:br/>
            <a:r>
              <a:t>   信用卡信息由PCI DSS合规的支付服务处理——我们的服务器不存储任何卡片数据。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YaHei"/>
              </a:defRPr>
            </a:pPr>
            <a:r>
              <a:t>Q. 可以用于多个店铺吗？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A. 可以。高级方案支持多店铺管理。</a:t>
            </a:r>
            <a:br/>
            <a:r>
              <a:t>   按店铺管理员工和库存，同时查看所有店铺的汇总报告。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联系我们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0EC"/>
                </a:solidFill>
                <a:latin typeface="Microsoft YaHei"/>
              </a:defRPr>
            </a:pPr>
            <a:r>
              <a:t>欢迎咨询演示、报价或任何问题。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593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TEL:     000-0000-0000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Email:   info@example.com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Web:    https://timebaibai.com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公司名称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地址信息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0EC"/>
                </a:solidFill>
                <a:latin typeface="Microsoft YaHei"/>
              </a:defRPr>
            </a:pPr>
            <a:r>
              <a:t>© 2026 TimeBaiBai.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