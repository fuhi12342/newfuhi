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algun Gothic"/>
              </a:defRPr>
            </a:pPr>
            <a:r>
              <a:t>올인원 매장 DX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F0EC"/>
                </a:solidFill>
                <a:latin typeface="Malgun Gothic"/>
              </a:defRPr>
            </a:pPr>
            <a:r>
              <a:t>예약 • 주문 • 결제 • 직원 관리 • 급여</a:t>
            </a:r>
            <a:br/>
            <a:r>
              <a:t>하나의 시스템으로 모두 해결.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49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t>TimeBaiBai  서비스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0EC"/>
                </a:solidFill>
                <a:latin typeface="Malgun Gothic"/>
              </a:defRPr>
            </a:pPr>
            <a:r>
              <a:t>2026  /  회사명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algun Gothic"/>
              </a:defRPr>
            </a:pPr>
            <a:r>
              <a:t>이런 고민, 혹시 겪고 계신가요?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algun Gothic"/>
              </a:defRPr>
            </a:pPr>
            <a: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algun Gothic"/>
              </a:defRPr>
            </a:pPr>
            <a:r>
              <a:t>분산된 예약 채널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algun Gothic"/>
              </a:defRPr>
            </a:pPr>
            <a:r>
              <a:t>전화, LINE, 이메일... 다양한 예약 방식으로</a:t>
            </a:r>
            <a:br/>
            <a:r>
              <a:t>이중 예약 걱정이 끊이지 않습니다.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algun Gothic"/>
              </a:defRPr>
            </a:pPr>
            <a: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algun Gothic"/>
              </a:defRPr>
            </a:pPr>
            <a:r>
              <a:t>노쇼 및 갑작스러운 취소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algun Gothic"/>
              </a:defRPr>
            </a:pPr>
            <a:r>
              <a:t>고객이 예약하고 나타나지 않습니다.</a:t>
            </a:r>
            <a:br/>
            <a:r>
              <a:t>매출 손실과 헛된 준비 시간.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algun Gothic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algun Gothic"/>
              </a:defRPr>
            </a:pPr>
            <a:r>
              <a:t>주문 접수의 혼란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algun Gothic"/>
              </a:defRPr>
            </a:pPr>
            <a:r>
              <a:t>피크 시간대에 주문을 감당할 수 없습니다.</a:t>
            </a:r>
            <a:br/>
            <a:r>
              <a:t>주문 실수가 반복됩니다.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algun Gothic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algun Gothic"/>
              </a:defRPr>
            </a:pPr>
            <a:r>
              <a:t>재고 사각지대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algun Gothic"/>
              </a:defRPr>
            </a:pPr>
            <a:r>
              <a:t>예고 없이 품절이 발생합니다.</a:t>
            </a:r>
            <a:br/>
            <a:r>
              <a:t>언제 발주해야 할지 알 수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algun Gothic"/>
              </a:defRPr>
            </a:pPr>
            <a:r>
              <a:t>TimeBaiBai가 모든 것을 해결합니다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algun Gothic"/>
              </a:defRPr>
            </a:pPr>
            <a:r>
              <a:t>매장에 필요한 모든 것을 하나의 플랫폼에서. 스마트폰 하나로 시작하세요.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algun Gothic"/>
              </a:defRPr>
            </a:pPr>
            <a:r>
              <a:t>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핵심 모듈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지원 언어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algun Gothic"/>
              </a:defRPr>
            </a:pPr>
            <a:r>
              <a:t>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자동 예약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algun Gothic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종이 비용 절감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algun Gothic"/>
              </a:defRPr>
            </a:pPr>
            <a:r>
              <a:t>예약, 테이블 주문, 재고, 근무 관리, 급여 계산, 웹사이트 관리...</a:t>
            </a:r>
            <a:br/>
            <a:r>
              <a:t>하나의 대시보드에서 모든 업무를 관리하세요 — 여러 도구를 번갈아 사용할 필요가 없습니다.</a:t>
            </a:r>
            <a:br/>
            <a:br/>
            <a:r>
              <a:t>설정이 간단합니다. 계정 생성 당일 바로 사용할 수 있습니다.</a:t>
            </a:r>
            <a:br/>
            <a:r>
              <a:t>복잡한 설치나 하드웨어가 필요 없습니다. 스마트폰이나 PC에서 바로 접속하세요.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주요 기능  ①  예약 / 테이블 주문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algun Gothic"/>
              </a:defRPr>
            </a:pPr>
            <a:r>
              <a:t>온라인 예약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LINE으로 예약 — 채팅에서 바로 예약 완료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이메일 예약도 지원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선불 예약 확인 — 결제 시 자동 확정 (노쇼 방지)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관리자 화면에서 선불/후불 원클릭 전환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직원 캘린더에 실시간 가용 현황 표시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두 가지 예약 흐름: 날짜 기준 또는 직원 기준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QR코드 체크인 (접수 인력 불필요)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예약 확정 시 직원에게 LINE 자동 알림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7개 언어 지원 (일본어, 영어, 중국어, 한국어, 스페인어, 포르투갈어)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algun Gothic"/>
              </a:defRPr>
            </a:pPr>
            <a:r>
              <a:t>QR 테이블 주문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각 테이블에 QR코드를 배치하면 준비 완료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고객이 스마트폰으로 스캔 → 메뉴 탐색 → 주문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사진 메뉴로 요리를 시각적으로 전달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카테고리 탭으로 빠른 메뉴 검색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장바구니 기능으로 추가 주문도 간편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실시간 주문 상태 추적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현금, 신용카드, 전자화폐 결제 지원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관리자 화면에서 QR코드 일괄 생성 및 인쇄용 다운로드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주요 기능  ②  재고 / 직원 근무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algun Gothic"/>
              </a:defRPr>
            </a:pPr>
            <a:r>
              <a:t>재고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모든 상품의 실시간 재고 현황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수신 주문과 연동한 재고 자동 차감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재고 부족 시 자동 알림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QR코드 입고 (바코드 스캐너 불필요)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모든 입출고 이력 관리 (감사 대비)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상품 카테고리별 정리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EC 쇼핑몰과 매장 재고 통합 관리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일괄 조정을 위한 재고 조사 기능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algun Gothic"/>
              </a:defRPr>
            </a:pPr>
            <a:r>
              <a:t>직원 근무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직원이 스마트폰에서 근무 희망 제출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3단계 요청: 가능 / 희망 / 불가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관리자가 대시보드에서 근무 확정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효율적 인력 배치를 위한 자동 스케줄링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확정된 근무표 LINE으로 직원에게 자동 알림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사진과 소개가 포함된 직원 프로필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직원 유형: 캐스트(서비스) / 매장 스태프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역할별 권한: 오너 / 매니저 / 스태프 / 개발자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주요 기능  ③  급여 / 웹사이트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algun Gothic"/>
              </a:defRPr>
            </a:pPr>
            <a:r>
              <a:t>급여 및 출퇴근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근무 기록에서 출퇴근 데이터 자동 생성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일반, 야간, 휴일 근무 자동 분류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시급제 및 월급제 직원 급여 계산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사회보험료 자동 산출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소득세 및 주민세 자동 공제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원클릭 급여명세서 생성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은행 이체 CSV 내보내기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각종 수당 간편 설정 (교통, 주거, 가족)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algun Gothic"/>
              </a:defRPr>
            </a:pPr>
            <a:r>
              <a:t>웹사이트 및 마케팅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관리자 화면에서 매장 웹사이트 편집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히어로 배너(슬라이더)로 매장 어필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뉴스 및 미디어 소개 간편 업데이트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배너 광고 배치 및 관리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소셜 미디어 연동 (X / Instagram 임베드)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유연한 레이아웃을 위한 커스텀 HTML 블록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개인정보보호 방침 등 법적 페이지 관리자 편집 가능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온라인 판매를 위한 내장 EC 쇼핑몰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주요 기능  ④  데이터 분석 / 보안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algun Gothic"/>
              </a:defRPr>
            </a:pPr>
            <a:r>
              <a:t>데이터 분석 및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일별/주별/월별/연별 매출 추이 대시보드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메뉴 엔지니어링 (Star/Dog 분류)으로 수익 개선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ABC 분석, RFM 분석, 코호트 분석, 장바구니 분석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NPS (고객 만족도) 자동 집계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AI가 시간대별 최적 인력 배치 예측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수요 및 매출 예측으로 발주·인력 최적화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비즈니스 인사이트가 이상 징후와 기회를 자동 감지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KPI 스코어카드로 사업 건전성 한눈에 파악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algun Gothic"/>
              </a:defRPr>
            </a:pPr>
            <a:r>
              <a:t>보안 및 감사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전체 접속 로그 (로그인, 작업, 이상 탐지)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IP 기반 속도 제한으로 무단 접근 자동 차단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고객 개인정보 AES 암호화 저장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자동 보안 감사 (매일 12개 항목 검사)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역할 기반 접근 제어 (오너/매니저/스태프/개발자)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완전한 감사 추적: 작업 이력 및 근무 변경 로그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SSL 암호화 및 CSRF 보호 기본 제공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algun Gothic"/>
              </a:defRPr>
            </a:pPr>
            <a:r>
              <a:t>  ●  PCI DSS 준수 외부 결제 서비스 연동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고객 화면 — 메인 페이지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t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13" y="1188720"/>
            <a:ext cx="475417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고객이 처음 보는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히어로 배너로 매장의 매력을 어필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다양한 옵션의 명확한 예약 흐름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인기 캐스트를 홍보하는 직원 랭킹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뉴스 및 미디어 소개 자동 표시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외국인 고객을 위한 7개 언어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고객 화면 — 직원 프로필 및 매장 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taff_lis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546" y="1188720"/>
            <a:ext cx="3318506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직원을 매력적으로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직원 사진 및 프로필 소개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전문 분야 및 자격 표시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예약 캘린더로 바로 연결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매장 정보 (영업시간, 지도, 오시는 길)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관리자 화면에서 간편하게 콘텐츠 업데이트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고객 화면 — 뉴스 및 공지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new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46" y="1188720"/>
            <a:ext cx="518910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고객에게 최신 정보 전달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신메뉴, 캠페인, 프로모션 게시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관리자 화면에서 원클릭 게시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최신 콘텐츠 우선 표시를 위한 날짜순 자동 정렬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폭넓은 도달을 위한 소셜 미디어 연동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시의적절한 업데이트로 재방문 유도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고객 화면 — 온라인 쇼핑몰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h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EC로 판매 채널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온라인으로 상품 판매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상품 검색 및 카테고리 필터링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복수 상품 구매를 위한 장바구니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신용카드 및 전자화폐 결제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통합 재고로 재고 불일치 방지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고객 화면 — QR 테이블 주문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ble_orde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86" y="1188720"/>
            <a:ext cx="236482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스마트폰으로 간편 주문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테이블의 QR코드를 스캔하기만 하면 됩니다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사진 메뉴로 요리를 시각적으로 전달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카테고리 탭으로 빠른 메뉴 검색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장바구니 기능으로 추가 주문도 간편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실시간 주문 상태 추적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고객 화면 — 예약 캘린더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king_calendar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46" y="1188720"/>
            <a:ext cx="518910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24시간 온라인 예약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캘린더에서 직원 가용 현황을 한눈에 확인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고객이 원하는 날짜와 시간대를 선택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선불 확인으로 노쇼 방지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LINE 및 이메일 예약 지원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확정 시 직원에게 자동 알림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algun Gothic"/>
              </a:defRPr>
            </a:pPr>
            <a:r>
              <a:t>완벽한 모바일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algun Gothic"/>
              </a:defRPr>
            </a:pPr>
            <a:r>
              <a:t>고객 사이트와 관리자 대시보드 모두 스마트폰에서 완벽하게 작동합니다.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ont_top_mobile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800" y="1783080"/>
            <a:ext cx="185807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algun Gothic"/>
              </a:defRPr>
            </a:pPr>
            <a:r>
              <a:t>고객 메인 페이지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dashboard_mobile_v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72" y="1783080"/>
            <a:ext cx="1859135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algun Gothic"/>
              </a:defRPr>
            </a:pPr>
            <a:r>
              <a:t>관리자 대시보드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매출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sale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사업 현황을 한눈에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일별 / 주별 / 월별 / 연별 매출 추이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예약 KPI (건수, 취소율) 실시간 확인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3채널 분석: 전체, EC 쇼핑몰, 매장 메뉴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KPI 스코어카드로 주요 지표 한눈에 파악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비즈니스 인사이트가 개선점을 자동 제안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매출 분석 (메뉴 분석)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menu_eng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AI 기반 수익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메뉴 엔지니어링: Star / Plowhorse / Puzzle / Dog 4분류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ABC 분석: 파레토 법칙으로 주요 매출 동력 파악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매출 예측: Prophet AI 모델로 14일 앞 예측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시간대별 매출 히트맵으로 최적 인력 배치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AOV (객단가) 추이로 가격 전략 검토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매출 분석 (고객 분석)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rfm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데이터 기반 고객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RFM 분석: 최근성, 빈도, 금액으로 고객 자동 세분화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코호트 분석: 월별 신규 고객 유지율 시각화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장바구니 분석: 교차 판매 패턴과 추천 발견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AI 요약: 분석 결과를 자연어로 요약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추천 조치: AI가 구체적인 개선 단계를 자동 제안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근무 캘린더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ft_calenda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효율적인 근무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직원이 스마트폰에서 근무 희망 제출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캘린더 뷰에서 전체 직원 일정을 한눈에 확인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원클릭 배정의 자동 스케줄링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인력 부족일 자동 감지 및 알림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확정된 근무표 LINE으로 자동 알림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POS 레지스터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원활한 결제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카테고리 탭으로 빠른 상품 선택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현금, 신용카드, PayPay, 교통IC 지원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영수증 자동 생성 및 인쇄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주방 디스플레이 연동으로 주문 알림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일별 및 월별 매출 보고서 자동 생성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재고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품절 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모든 상품의 실시간 재고 현황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주문 접수 시 자동 차감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재고 부족 알림 및 통지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QR코드 입고 (바코드 스캐너 불필요)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감사 대비를 위한 전체 입출고 이력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고객 피드백 (NPS)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stomer_feedback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고객의 목소리를 수치화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NPS (순추천지수) 자동 집계 및 추이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추천자 / 중립자 / 비추천자 색상 구분 표시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실행 가능한 개선을 위한 코멘트 기반 피드백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주문 데이터와 연동한 서비스 품질 분석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월별 및 직원별 만족도 추이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출퇴근 현황판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endance_board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실시간 직원 출퇴근 상태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근무중, 휴식중, 미출근 상태를 한눈에 확인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실시간 추적을 위한 30초 자동 새로고침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3가지 출근 방법: QR코드, PIN, 스마트폰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초과근무, 야간, 휴일 근무 자동 분류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출퇴근에서 급여까지 원활한 데이터 연동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algun Gothic"/>
              </a:defRPr>
            </a:pPr>
            <a:r>
              <a:t>관리자 화면 — IoT 센서 모니터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ot_sensor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매장 환경 실시간 모니터링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온도, 습도, 기압, 가스 수치 실시간 확인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PIR 모션 센서로 자동 방문객 집계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이상 발생 시 알림 (가스 누출, 고온 등)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시계열 차트로 센서 데이터 추이 추적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ESP32 디바이스 연결 상태 모니터링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algun Gothic"/>
              </a:defRPr>
            </a:pPr>
            <a:r>
              <a:t>도입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algun Gothic"/>
              </a:defRPr>
            </a:pPr>
            <a: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algun Gothic"/>
              </a:defRPr>
            </a:pPr>
            <a:r>
              <a:t>노쇼 손실 제로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선불 예약 확인으로 갑작스러운 취소를 방지합니다.</a:t>
            </a:r>
            <a:br/>
            <a:r>
              <a:t>선불/후불 원클릭 전환.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algun Gothic"/>
              </a:defRPr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algun Gothic"/>
              </a:defRPr>
            </a:pPr>
            <a:r>
              <a:t>LINE으로 간편 예약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고객이 LINE 채팅에서 바로 예약합니다.</a:t>
            </a:r>
            <a:br/>
            <a:r>
              <a:t>새로운 앱 설치가 필요 없습니다.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algun Gothic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algun Gothic"/>
              </a:defRPr>
            </a:pPr>
            <a:r>
              <a:t>매출 향상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QR 주문으로 추가 주문율 증가.</a:t>
            </a:r>
            <a:br/>
            <a:r>
              <a:t>다국어 지원으로 외국인 고객 확보.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algun Gothic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algun Gothic"/>
              </a:defRPr>
            </a:pPr>
            <a:r>
              <a:t>업무 시간 절감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예약, 주문, 근무, 급여를 자동화합니다.</a:t>
            </a:r>
            <a:br/>
            <a:r>
              <a:t>직원이 고객 서비스에 집중할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algun Gothic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algun Gothic"/>
              </a:defRPr>
            </a:pPr>
            <a:r>
              <a:t>비용 절감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예약장, 주문 전표, 출근 카드...</a:t>
            </a:r>
            <a:br/>
            <a:r>
              <a:t>종이 비용과 수작업을 없앱니다.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algun Gothic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algun Gothic"/>
              </a:defRPr>
            </a:pPr>
            <a:r>
              <a:t>데이터 기반 의사결정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매출, 예약, 직원 성과를 시각화합니다.</a:t>
            </a:r>
            <a:br/>
            <a:r>
              <a:t>실제 데이터에 기반한 현명한 의사결정.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algun Gothic"/>
              </a:defRPr>
            </a:pPr>
            <a:r>
              <a:t>도입 절차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algun Gothic"/>
              </a:defRPr>
            </a:pPr>
            <a:r>
              <a:t>문의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전화 또는</a:t>
            </a:r>
            <a:br/>
            <a:r>
              <a:t>문의 양식으로 연락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algun Gothic"/>
              </a:defRPr>
            </a:pPr>
            <a:r>
              <a:t>상담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현재 업무 흐름과</a:t>
            </a:r>
            <a:br/>
            <a:r>
              <a:t>고민 사항을 파악합니다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algun Gothic"/>
              </a:defRPr>
            </a:pPr>
            <a:r>
              <a:t>데모 &amp; 견적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제품을 직접 체험하세요.</a:t>
            </a:r>
            <a:br/>
            <a:r>
              <a:t>최적의 플랜을 제안합니다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algun Gothic"/>
              </a:defRPr>
            </a:pPr>
            <a:r>
              <a:t>계정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매장 정보와 직원을 등록.</a:t>
            </a:r>
            <a:br/>
            <a:r>
              <a:t>초기 설정을 도와드립니다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algun Gothic"/>
              </a:defRPr>
            </a:pPr>
            <a:r>
              <a:t>운영 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간단한 안내 후</a:t>
            </a:r>
            <a:br/>
            <a:r>
              <a:t>바로 시작하세요!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10360152" cy="13716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당일 바로 사용 가능합니다.</a:t>
            </a:r>
            <a:br/>
            <a:r>
              <a:t>별도의 하드웨어나 시스템 설치가 필요 없습니다. 스마트폰, 태블릿, PC에서 바로 접속하세요.</a:t>
            </a:r>
            <a:br/>
            <a:r>
              <a:t>도입 후에도 지속적인 지원, 교육 및 기능 업데이트를 제공합니다.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algun Gothic"/>
              </a:defRPr>
            </a:pPr>
            <a:r>
              <a:t>요금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algun Gothic"/>
              </a:defRPr>
            </a:pPr>
            <a:r>
              <a:t>* 아래 가격은 참고용입니다. 고객님의 필요에 맞춰 맞춤 플랜을 제공합니다.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라이트 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  <a:latin typeface="Malgun Gothic"/>
              </a:defRPr>
            </a:pPr>
            <a:r>
              <a:t>$XX~/월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algun Gothic"/>
              </a:defRPr>
            </a:pPr>
            <a:r>
              <a:t>소규모 매장용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예약 관리 (LINE &amp; 이메일)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직원 관리 (최대 5명)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웹사이트 관리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이메일 &amp; 채팅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73152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417320"/>
            <a:ext cx="2011680" cy="32004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★ 추천!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스탠다드 플랜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8BCA"/>
                </a:solidFill>
                <a:latin typeface="Malgun Gothic"/>
              </a:defRPr>
            </a:pPr>
            <a:r>
              <a:t>$XX~/월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algun Gothic"/>
              </a:defRPr>
            </a:pPr>
            <a:r>
              <a:t>중간 규모 매장용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라이트 플랜의 모든 기능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QR 테이블 주문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재고 관리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근무 관리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직원 수 무제한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전화 지원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algun Gothic"/>
              </a:defRPr>
            </a:pPr>
            <a:r>
              <a:t>프리미엄 플랜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C876C"/>
                </a:solidFill>
                <a:latin typeface="Malgun Gothic"/>
              </a:defRPr>
            </a:pPr>
            <a:r>
              <a:t>$XX~/월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algun Gothic"/>
              </a:defRPr>
            </a:pPr>
            <a:r>
              <a:t>다점포 / 전체 기능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스탠다드 플랜의 모든 기능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급여 및 출퇴근 관리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매출 대시보드 및 분석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다국어 지원 (7개 언어)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다점포 관리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우선 지원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algun Gothic"/>
              </a:defRPr>
            </a:pPr>
            <a:r>
              <a:t>  ✓  맞춤 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algun Gothic"/>
              </a:defRPr>
            </a:pPr>
            <a:r>
              <a:t>* 초기 설정비 및 커스터마이즈 비용은 별도 견적.  * 가격은 세금 별도.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algun Gothic"/>
              </a:defRPr>
            </a:pPr>
            <a:r>
              <a:t>자주 묻는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algun Gothic"/>
              </a:defRPr>
            </a:pPr>
            <a:r>
              <a:t>Q. 특별한 장비가 필요한가요?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algun Gothic"/>
              </a:defRPr>
            </a:pPr>
            <a:r>
              <a:t>A. 별도의 하드웨어가 필요 없습니다. 기존 스마트폰, 태블릿, PC에서 사용하세요.</a:t>
            </a:r>
            <a:br/>
            <a:r>
              <a:t>   테이블 주문의 경우 관리자 화면에서 QR코드를 인쇄하면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algun Gothic"/>
              </a:defRPr>
            </a:pPr>
            <a:r>
              <a:t>Q. IT에 익숙하지 않은 직원도 사용할 수 있나요?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algun Gothic"/>
              </a:defRPr>
            </a:pPr>
            <a:r>
              <a:t>A. 네. 스마트폰을 사용할 수 있다면 TimeBaiBai도 사용할 수 있습니다.</a:t>
            </a:r>
            <a:br/>
            <a:r>
              <a:t>   도입 시 실무 교육도 제공합니다.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algun Gothic"/>
              </a:defRPr>
            </a:pPr>
            <a:r>
              <a:t>Q. 나중에 기능을 추가하거나 변경할 수 있나요?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algun Gothic"/>
              </a:defRPr>
            </a:pPr>
            <a:r>
              <a:t>A. 물론입니다. 언제든지 플랜을 업그레이드하거나 변경할 수 있습니다.</a:t>
            </a:r>
            <a:br/>
            <a:r>
              <a:t>   핵심 기능부터 시작하여 필요에 따라 확장하는 것을 추천합니다.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6227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algun Gothic"/>
              </a:defRPr>
            </a:pPr>
            <a:r>
              <a:t>Q. 데이터는 안전한가요?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algun Gothic"/>
              </a:defRPr>
            </a:pPr>
            <a:r>
              <a:t>A. 고객 데이터는 암호화하여 저장됩니다. 모든 통신은 SSL 암호화를 사용합니다.</a:t>
            </a:r>
            <a:br/>
            <a:r>
              <a:t>   신용카드 정보는 PCI DSS 준수 결제 서비스에서 처리하며, 당사 서버에 카드 정보를 저장하지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algun Gothic"/>
              </a:defRPr>
            </a:pPr>
            <a:r>
              <a:t>Q. 여러 매장에서 사용할 수 있나요?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algun Gothic"/>
              </a:defRPr>
            </a:pPr>
            <a:r>
              <a:t>A. 네. 프리미엄 플랜은 다점포 관리를 지원합니다.</a:t>
            </a:r>
            <a:br/>
            <a:r>
              <a:t>   매장별로 직원과 재고를 관리하면서 전체 매장의 통합 보고서를 확인할 수 있습니다.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문의하기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0EC"/>
                </a:solidFill>
                <a:latin typeface="Malgun Gothic"/>
              </a:defRPr>
            </a:pPr>
            <a:r>
              <a:t>데모, 견적 또는 궁금한 점이 있으시면 문의해 주세요.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593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6702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algun Gothic"/>
              </a:defRPr>
            </a:pPr>
            <a:r>
              <a:t>TEL:     000-0000-0000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algun Gothic"/>
              </a:defRPr>
            </a:pPr>
            <a:r>
              <a:t>Email:   info@example.com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algun Gothic"/>
              </a:defRPr>
            </a:pPr>
            <a:r>
              <a:t>Web:    https://timebaibai.com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algun Gothi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6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algun Gothic"/>
              </a:defRPr>
            </a:pPr>
            <a:r>
              <a:t>회사명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algun Gothic"/>
              </a:defRPr>
            </a:pPr>
            <a: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0EC"/>
                </a:solidFill>
                <a:latin typeface="Malgun Gothic"/>
              </a:defRPr>
            </a:pPr>
            <a:r>
              <a:t>© 2026 TimeBaiBai.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