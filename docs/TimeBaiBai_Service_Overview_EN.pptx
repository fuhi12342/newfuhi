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All-in-One Store DX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0EC"/>
                </a:solidFill>
                <a:latin typeface="Calibri"/>
              </a:defRPr>
            </a:pPr>
            <a:r>
              <a:t>Reservations • Orders • Payments • Staff Management • Payroll</a:t>
            </a:r>
            <a:br/>
            <a:r>
              <a:t>All in one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49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TimeBaiBai  Service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0EC"/>
                </a:solidFill>
                <a:latin typeface="Calibri"/>
              </a:defRPr>
            </a:pPr>
            <a:r>
              <a:t>2026  /  Company Name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Do any of these sound familiar?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Scattered Reservations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Phone, LINE, email... different booking methods</a:t>
            </a:r>
            <a:br/>
            <a:r>
              <a:t>cause double-booking anxiety.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No-Shows &amp; Last-Minute Cancellations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Customers book but don't show up.</a:t>
            </a:r>
            <a:br/>
            <a:r>
              <a:t>Lost revenue and wasted prep.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Overwhelmed Order Taking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Can't take orders during rush hour.</a:t>
            </a:r>
            <a:br/>
            <a:r>
              <a:t>Order mistakes keep happening.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Inventory Blind Spots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Items run out without warning.</a:t>
            </a:r>
            <a:br/>
            <a:r>
              <a:t>No idea when to reorder.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TimeBaiBai solves it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One-stop platform for everything your store needs. Get started with just a smartphone.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Languages 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Auto Booking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Paper Cost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Reservations, table ordering, inventory, shift management, payroll, website management...</a:t>
            </a:r>
            <a:br/>
            <a:r>
              <a:t>Manage everything from a single dashboard — no more juggling separate tools.</a:t>
            </a:r>
            <a:br/>
            <a:br/>
            <a:r>
              <a:t>Setup is simple. Start using it the same day your account is created.</a:t>
            </a:r>
            <a:br/>
            <a:r>
              <a:t>No complicated installation or hardware required. Just access it from your phone or PC.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Key Features  ①  Reservations / Table Ordering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Online Reservation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Book via LINE — complete the reservation right from the chat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Email reservations also supported for customer convenience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Prepaid booking confirmation — auto-confirm on payment (prevents no-shows)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Switch between prepaid / postpaid with one click in admin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Staff calendars show real-time availability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Two booking flows: by date or by staff member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QR code check-in (zero reception effort)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 LINE notification to staff on booking confirmation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7-language support (Japanese, English, Chinese, Korean, Spanish, Portuguese)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QR Table Ordering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Place QR codes on each table to get started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Customers scan with their phone → browse menu → order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Photo menus help customers visualize dishes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Category tabs for quick item discovery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Cart function for easy additional orders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Real-time order status tracking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Cash, credit card, and e-money payment support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Bulk QR code generation and printable download from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Key Features  ②  Inventory / Staff &amp; Shift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Real-time stock level tracking for all products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Auto-deduct inventory linked to incoming orders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Automatic alerts when stock runs low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QR code receiving (no barcode scanner needed)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Full history of all stock-in / stock-out transactions (audit-ready)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Organized by product category for easy management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Unified inventory for EC shop and in-store stock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Stocktake function for bulk adjustments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Staff &amp; Shift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Staff submit shift preferences from their phones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Three-level requests: Available / Preferred / Unavailable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Managers finalize shifts from the admin dashboard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Auto-scheduling for efficient staff allocation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Confirmed shifts auto-notified to staff via LINE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Staff profiles with photos and descriptions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Staff types: Cast (service) / Store Staff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Role-based permissions: Owner / Manager / Staff / Developer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Key Features  ③  Payroll / Website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Calibri"/>
              </a:defRPr>
            </a:pPr>
            <a:r>
              <a:t>Payroll &amp; Attendance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Auto-generate attendance data from shift records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Auto-classify regular, overtime, night, and holiday hours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Payroll calculation for hourly and salaried employees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Auto-calculate social insurance premiums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Auto-apply income tax and resident tax deductions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One-click payslip generation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Bank transfer CSV export (Zengin format)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Easy setup for allowances (commuting, housing, family)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Website &amp; Marketing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Edit your store's website from the admin panel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Hero banners (sliders) to showcase your store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Easy update for news and media features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Banner ad placement and management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Social media integration (X / Instagram embeds)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Custom HTML blocks for flexible layouts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Privacy policy and legal pages editable from admin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Built-in EC shop for online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Key Features  ④  Data Analytics /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Calibri"/>
              </a:defRPr>
            </a:pPr>
            <a:r>
              <a:t>Data Analytics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Sales dashboard with daily/weekly/monthly/yearly trend charts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Menu Engineering (Star/Dog classification) for profit improvement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ABC analysis, RFM analysis, cohort analysis, basket analysis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NPS (customer satisfaction) auto-aggregation for retention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AI predicts optimal staffing by time slot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Demand &amp; revenue forecasting for procurement and staffing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Business insights auto-detect anomalies and opportunities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KPI scorecards for at-a-glance business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Security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Full access logging (login, operations, anomaly detection)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IP-based rate limiting blocks unauthorized access automatically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Customer PII encrypted with AES for secure storage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Automated security audit (12 checks daily)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Role-based access control (Owner / Manager / Staff / Developer)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Complete audit trail: operation history and shift change logs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SSL encryption and CSRF protection built in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●  PCI DSS-compliant external payment service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Customer View — Top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t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975" y="1188720"/>
            <a:ext cx="4693648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The first screen customers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Hero banners showcase your store's appeal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Clear booking flow with multiple options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Staff ranking to promote popular cast members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Auto-display news and media features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7-language support for international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Customer View — Staff Profiles &amp; Store Info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taff_li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888" y="1188720"/>
            <a:ext cx="325982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Present your staff attractively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Staff photos and profile descriptions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Display specialties and qualifications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Direct link to booking calendar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Store info (hours, map, access directions)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Easy content updates from admin panel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Customer View — News &amp; Announcements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new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56" y="1188720"/>
            <a:ext cx="5117086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Keep customers informed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Post new menu items, campaigns, and promotions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One-click publishing from admin panel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Auto-sorted by date for fresh content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Social media integration for broader reach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Drive repeat visits with timely updates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Customer View — Online 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h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Expand your sales channels with 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Sell your products online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Product search and category filtering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Shopping cart for multi-item purchases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Credit card and e-money payments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Unified inventory prevents stock discrepancies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Customer View — QR Table Ordering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_orde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1188720"/>
            <a:ext cx="236482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Easy ordering from smartphone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Just scan the QR code on the table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Photo menus convey the dish visually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Category tabs for quick item discovery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Cart function for easy additional orders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Real-time order status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Customer View — Booking Calendar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ing_calenda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635" y="1188720"/>
            <a:ext cx="4862328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24/7 online reservations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View staff availability on calendar at a glance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Customers pick their preferred date and time slot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Prepaid confirmation prevents no-shows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LINE and email booking support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Auto-notification to staff on confirmation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Fully Mobile-Responsive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Both the customer site and admin dashboard work seamlessly on smartphones.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_top_mobil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00" y="1783080"/>
            <a:ext cx="185807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Customer Top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_mobile_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72" y="178308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Admin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Sales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ale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Business overview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Daily / weekly / monthly / yearly revenue trends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Reservation KPIs (count, cancellation rate) in real time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Three-channel breakdown: Total, EC Shop, In-store Menu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KPI scorecards for key metrics overview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Business Insights auto-suggest improvements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Sales Analytics (Menu Analysis)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enu_eng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AI-powered profit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Menu Engineering: Star / Plowhorse / Puzzle / Dog 4-quadrant classification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ABC Analysis: Pareto principle to identify top revenue drivers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Revenue Forecast: Prophet AI model predicts 14 days ahead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Hourly sales heatmap for optimal staffing decisions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AOV (Average Order Value) trends for pricing strategy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Sales Analytics (Customer Analysis)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rfm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Data-driven customer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RFM Analysis: auto-segment customers by recency, frequency, monetary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Cohort Analysis: visualize monthly new-customer retention rates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Basket Analysis: discover cross-sell patterns and recommendations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AI Summary: analysis results summarized in natural language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Recommended Actions: AI auto-suggests specific improvement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Shift Calendar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ft_calenda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Streamlined shift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Staff submit shift preferences from their smartphones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Calendar view of all staff schedules at a glance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Auto-scheduling with one-click assignment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Auto-detect understaffed days with alerts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Confirmed shifts auto-notified via 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POS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Smooth checkout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Category tabs for quick product selection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Cash, credit card, PayPay, and transit IC support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 receipt generation and printing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Kitchen display integration for order notifications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Daily and monthly sales reports auto-generated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Inventory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Prevent stockouts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Real-time stock levels for all products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Auto-deduct on order receipt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Low stock alerts and notifications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QR code receiving (no barcode scanner needed)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Full stock-in/out history for audit compliance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Customer Feedback (NPS)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feedback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Quantify the voice of your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NPS (Net Promoter Score) auto-aggregation and trending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Promoter / Passive / Detractor color-coded display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Comment-based feedback for actionable improvements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Linked to order data for service quality analysis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Monthly and staff-level satisfaction trends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Attendance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dance_board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Real-time staff attendance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View on-duty, on-break, and not-clocked-in status at a glance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Auto-refresh every 30 seconds for live tracking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Three clock-in methods: QR code, PIN, or smartphone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Auto-classify overtime, night, and holiday hours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Seamless data flow from attendance to payroll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Calibri"/>
              </a:defRPr>
            </a:pPr>
            <a:r>
              <a:t>Admin Panel — IoT Sensor Monitor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t_sensor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Real-time store environment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Temperature, humidity, pressure, gas levels in real time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PIR motion sensor for automatic visitor counting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Alert notifications on anomalies (gas leaks, high temps, etc.)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Time-series charts to track sensor data trends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ESP32 device connectivity monitoring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Zero No-Show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Prepaid booking confirmation eliminates last-minute cancellations.</a:t>
            </a:r>
            <a:br/>
            <a:r>
              <a:t>Toggle between prepaid / postpaid with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Effortless LINE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Customers book right from LINE chat.</a:t>
            </a:r>
            <a:br/>
            <a:r>
              <a:t>No new app installation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Boost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QR ordering increases add-on order rate.</a:t>
            </a:r>
            <a:br/>
            <a:r>
              <a:t>Multi-language support captures international visitors.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Save Hours of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Automate booking, ordering, shifts, and payroll.</a:t>
            </a:r>
            <a:br/>
            <a:r>
              <a:t>Free your staff to focus on customer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Cut 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Reservation books, order slips, time cards...</a:t>
            </a:r>
            <a:br/>
            <a:r>
              <a:t>Eliminate paper costs and manual effort.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Calibri"/>
              </a:defRPr>
            </a:pPr>
            <a:r>
              <a:t>Data-Driven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Visualize sales, bookings, and staff performance.</a:t>
            </a:r>
            <a:br/>
            <a:r>
              <a:t>Make informed decisions backed by real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Reach out via phone</a:t>
            </a:r>
            <a:br/>
            <a:r>
              <a:t>or our contact form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Consultation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We learn about your</a:t>
            </a:r>
            <a:br/>
            <a:r>
              <a:t>current workflow and pain 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Demo &amp; Quote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See the product in action.</a:t>
            </a:r>
            <a:br/>
            <a:r>
              <a:t>We propose the best plan for you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Account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Register store info and staff.</a:t>
            </a:r>
            <a:br/>
            <a:r>
              <a:t>We assist with initial setup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Go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After a quick walkthrough,</a:t>
            </a:r>
            <a:br/>
            <a:r>
              <a:t>you're ready to go!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360152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Start using it as soon as the same day.</a:t>
            </a:r>
            <a:br/>
            <a:r>
              <a:t>No special hardware or system installation required. Access instantly from your smartphone, tablet, or PC.</a:t>
            </a:r>
            <a:br/>
            <a:r>
              <a:t>We provide ongoing support, training, and feature updates after deployment.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Pricing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* Prices below are for reference. We customize plans to fit your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Light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Calibri"/>
              </a:defRPr>
            </a:pPr>
            <a:r>
              <a:t>From $XX/mo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For small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Reservation management (LINE &amp; email)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Staff management (up to 5)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Website management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Email &amp; chat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73152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011680" cy="32004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★ Recommended!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Standard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BCA"/>
                </a:solidFill>
                <a:latin typeface="Calibri"/>
              </a:defRPr>
            </a:pPr>
            <a:r>
              <a:t>From $XX/mo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For mid-size stores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All Light Plan features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QR table ordering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Inventory management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Shift management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Unlimited staff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Phone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Premium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876C"/>
                </a:solidFill>
                <a:latin typeface="Calibri"/>
              </a:defRPr>
            </a:pPr>
            <a:r>
              <a:t>From $XX/mo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Multi-store / Full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All Standard features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Payroll &amp; attendance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Sales dashboard &amp; analytics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Multi-language support (7 languages)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Multi-store management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Priority support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✓  Custom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* Setup fees and customization charges quoted separately.  * Prices exclude tax.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Calibri"/>
              </a:defRPr>
            </a:pPr>
            <a:r>
              <a:t>Frequently Asked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Q. Do I need any special equipment?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A. No special hardware required. Use it on your existing smartphone, tablet, or PC.</a:t>
            </a:r>
            <a:br/>
            <a:r>
              <a:t>   For table ordering, just print QR codes from the admin panel.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Q. Can non-technical staff use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A. Yes. If you can use a smartphone, you can use TimeBaiBai. The interface is intuitive and simple.</a:t>
            </a:r>
            <a:br/>
            <a:r>
              <a:t>   We also provide hands-on training during onboarding.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Q. Can I add or change features later?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A. Absolutely. You can upgrade or change your plan at any time.</a:t>
            </a:r>
            <a:br/>
            <a:r>
              <a:t>   We recommend starting with core features and scaling up as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Q. How secure is my data?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A. Customer data is encrypted at rest. All communication uses SSL encryption.</a:t>
            </a:r>
            <a:br/>
            <a:r>
              <a:t>   Credit card information is processed by PCI DSS-compliant payment services — no card data is stored on our servers.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Calibri"/>
              </a:defRPr>
            </a:pPr>
            <a:r>
              <a:t>Q. Can I use it for multiple locations?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A. Yes. The Premium plan supports multi-store management.</a:t>
            </a:r>
            <a:br/>
            <a:r>
              <a:t>   Manage staff and inventory per location while viewing consolidated reports across all stores.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0EC"/>
                </a:solidFill>
                <a:latin typeface="Calibri"/>
              </a:defRPr>
            </a:pPr>
            <a:r>
              <a:t>Request a demo, get a quote, or ask us anything.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593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TEL:     000-0000-0000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Email:   info@example.com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Web:    https://timebaibai.com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Company Name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Address line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0EC"/>
                </a:solidFill>
                <a:latin typeface="Calibri"/>
              </a:defRPr>
            </a:pPr>
            <a:r>
              <a:t>© 2026 TimeBaiBai.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